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グエン ホアン (Nguyen Hoang)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大和大学 情報学部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研究テーマ: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与信スコアリングにおける公平性分析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Fairness Analysis in Credit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指導教員: 池田 隆利 先生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WPS Presentation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ＭＳ Ｐゴシック</vt:lpstr>
      <vt:lpstr>Wingdings</vt:lpstr>
      <vt:lpstr>Arial</vt:lpstr>
      <vt:lpstr>Calibri</vt:lpstr>
      <vt:lpstr>SimSun</vt:lpstr>
      <vt:lpstr>ＭＳ Ｐゴシック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trana</cp:lastModifiedBy>
  <cp:revision>2</cp:revision>
  <dcterms:created xsi:type="dcterms:W3CDTF">2013-01-27T09:14:00Z</dcterms:created>
  <dcterms:modified xsi:type="dcterms:W3CDTF">2026-03-26T04:00:41Z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DA2B4356C0834E02960A14B82DC7EBC5_12</vt:lpwstr>
  </property>
  <property fmtid="{D5CDD505-2E9C-101B-9397-08002B2CF9AE}" pid="3" name="KSOProductBuildVer">
    <vt:lpwstr>1041-12.2.0.21179</vt:lpwstr>
  </property>
</Properties>
</file>